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Impact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New Customers</c:v>
                </c:pt>
                <c:pt idx="1">
                  <c:v>Monthly Contracts</c:v>
                </c:pt>
                <c:pt idx="2">
                  <c:v>High Charges</c:v>
                </c:pt>
                <c:pt idx="3">
                  <c:v>Long Tenure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80</c:v>
                </c:pt>
                <c:pt idx="1">
                  <c:v>75</c:v>
                </c:pt>
                <c:pt idx="2">
                  <c:v>70</c:v>
                </c:pt>
                <c:pt idx="3">
                  <c:v>30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Contract Type</c:v>
                </c:pt>
                <c:pt idx="1">
                  <c:v>Monthly Charges</c:v>
                </c:pt>
                <c:pt idx="2">
                  <c:v>Tenure</c:v>
                </c:pt>
                <c:pt idx="3">
                  <c:v>Payment Method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30</c:v>
                </c:pt>
                <c:pt idx="2">
                  <c:v>20</c:v>
                </c:pt>
                <c:pt idx="3">
                  <c:v>10</c:v>
                </c:pt>
              </c:numCache>
            </c:numRef>
          </c:val>
        </c:ser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 %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Low Risk</c:v>
                </c:pt>
                <c:pt idx="1">
                  <c:v>Medium Risk</c:v>
                </c:pt>
                <c:pt idx="2">
                  <c:v>High Risk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45</c:v>
                </c:pt>
                <c:pt idx="1">
                  <c:v>35</c:v>
                </c:pt>
                <c:pt idx="2">
                  <c:v>20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Impact</c:v>
                </c:pt>
              </c:strCache>
            </c:strRef>
          </c:tx>
          <c:marker>
            <c:symbol val="none"/>
          </c:marker>
          <c:cat>
            <c:strRef>
              <c:f>Sheet1!$A$2:$A$3</c:f>
              <c:strCache>
                <c:ptCount val="2"/>
                <c:pt idx="0">
                  <c:v>Current</c:v>
                </c:pt>
                <c:pt idx="1">
                  <c:v>After 5% Reduction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100</c:v>
                </c:pt>
                <c:pt idx="1">
                  <c:v>120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Churn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Predictive Modeling &amp; Business Recommendations</a:t>
            </a:r>
          </a:p>
          <a:p>
            <a:r>
              <a:t>Prepared by: Data Analyst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Current churn rate: 26%</a:t>
            </a:r>
          </a:p>
          <a:p>
            <a:r>
              <a:t>• High‑risk customers identified using Random Forest model</a:t>
            </a:r>
          </a:p>
          <a:p>
            <a:r>
              <a:t>• Key drivers: Contract type, Monthly charges, Tenure</a:t>
            </a:r>
          </a:p>
          <a:p>
            <a:r>
              <a:t>• Potential revenue loss increase of 12% if no action taken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New customers churn more frequently</a:t>
            </a:r>
          </a:p>
          <a:p>
            <a:r>
              <a:t>• Month‑to‑month contracts show highest churn</a:t>
            </a:r>
          </a:p>
          <a:p>
            <a:r>
              <a:t>• Higher monthly charges correlate with higher churn</a:t>
            </a:r>
          </a:p>
          <a:p>
            <a:r>
              <a:t>• Long‑tenure customers are more loyal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371600"/>
          <a:ext cx="82296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Drivers of Churn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Contract Type – strongest predictor</a:t>
            </a:r>
          </a:p>
          <a:p>
            <a:r>
              <a:t>2. Monthly Charges – high impact</a:t>
            </a:r>
          </a:p>
          <a:p>
            <a:r>
              <a:t>3. Tenure – medium impact</a:t>
            </a:r>
          </a:p>
          <a:p>
            <a:r>
              <a:t>4. Payment Method – low impact</a:t>
            </a:r>
          </a:p>
          <a:p/>
          <a:p>
            <a:r>
              <a:t>Customers without long‑term contracts are 3× more likely to churn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371600"/>
          <a:ext cx="82296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Risk Segmentation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Low Risk (0–30%) → 45% customers</a:t>
            </a:r>
          </a:p>
          <a:p>
            <a:r>
              <a:t>Medium Risk (30–70%) → 35% customers</a:t>
            </a:r>
          </a:p>
          <a:p>
            <a:r>
              <a:t>High Risk (70–100%) → 20% customers</a:t>
            </a:r>
          </a:p>
          <a:p/>
          <a:p>
            <a:r>
              <a:t>High‑risk segment contributes majority of potential churn loss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371600"/>
          <a:ext cx="82296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Launch targeted retention campaigns for high‑risk customers</a:t>
            </a:r>
          </a:p>
          <a:p>
            <a:r>
              <a:t>• Offer incentives for annual/long‑term contracts</a:t>
            </a:r>
          </a:p>
          <a:p>
            <a:r>
              <a:t>• Engage customers within first 60 days</a:t>
            </a:r>
          </a:p>
          <a:p>
            <a:r>
              <a:t>• Provide bundled pricing for high‑charge customers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Impact Estimate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Reducing churn by just 5% can significantly increase annual revenue</a:t>
            </a:r>
          </a:p>
          <a:p>
            <a:r>
              <a:t>Retention programs cost less than acquiring new customers</a:t>
            </a:r>
          </a:p>
          <a:p>
            <a:r>
              <a:t>Data‑driven targeting improves marketing ROI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371600"/>
          <a:ext cx="82296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Run A/B testing on retention strategies</a:t>
            </a:r>
          </a:p>
          <a:p>
            <a:r>
              <a:t>• Deploy churn prediction model into production</a:t>
            </a:r>
          </a:p>
          <a:p>
            <a:r>
              <a:t>• Monitor performance monthly</a:t>
            </a:r>
          </a:p>
          <a:p>
            <a:r>
              <a:t>• Continuously retrain model with new data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